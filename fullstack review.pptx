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F1506-4D94-463C-825F-17730C4A20FE}" v="19" dt="2026-03-23T15:36:48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THA DURAIBABU" userId="02cec78ecc7000b3" providerId="LiveId" clId="{2439330B-C15E-4403-9DD2-8D4ED011B568}"/>
    <pc:docChg chg="undo redo custSel addSld delSld modSld">
      <pc:chgData name="HARITHA DURAIBABU" userId="02cec78ecc7000b3" providerId="LiveId" clId="{2439330B-C15E-4403-9DD2-8D4ED011B568}" dt="2026-03-23T16:15:04.122" v="369" actId="1076"/>
      <pc:docMkLst>
        <pc:docMk/>
      </pc:docMkLst>
      <pc:sldChg chg="modSp mod">
        <pc:chgData name="HARITHA DURAIBABU" userId="02cec78ecc7000b3" providerId="LiveId" clId="{2439330B-C15E-4403-9DD2-8D4ED011B568}" dt="2026-03-23T16:15:04.122" v="369" actId="1076"/>
        <pc:sldMkLst>
          <pc:docMk/>
          <pc:sldMk cId="0" sldId="256"/>
        </pc:sldMkLst>
        <pc:spChg chg="mod">
          <ac:chgData name="HARITHA DURAIBABU" userId="02cec78ecc7000b3" providerId="LiveId" clId="{2439330B-C15E-4403-9DD2-8D4ED011B568}" dt="2026-03-23T16:15:04.122" v="369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HARITHA DURAIBABU" userId="02cec78ecc7000b3" providerId="LiveId" clId="{2439330B-C15E-4403-9DD2-8D4ED011B568}" dt="2026-03-23T14:54:16.026" v="194" actId="20577"/>
          <ac:spMkLst>
            <pc:docMk/>
            <pc:sldMk cId="0" sldId="256"/>
            <ac:spMk id="15" creationId="{6FF32D1A-2F9C-AC53-CCBD-ABF748DF236F}"/>
          </ac:spMkLst>
        </pc:spChg>
        <pc:spChg chg="mod">
          <ac:chgData name="HARITHA DURAIBABU" userId="02cec78ecc7000b3" providerId="LiveId" clId="{2439330B-C15E-4403-9DD2-8D4ED011B568}" dt="2026-03-23T14:54:48.270" v="202" actId="20577"/>
          <ac:spMkLst>
            <pc:docMk/>
            <pc:sldMk cId="0" sldId="256"/>
            <ac:spMk id="16" creationId="{A7AA51DE-E8D7-A1B4-BC0D-B25C8A0C467A}"/>
          </ac:spMkLst>
        </pc:spChg>
        <pc:spChg chg="mod">
          <ac:chgData name="HARITHA DURAIBABU" userId="02cec78ecc7000b3" providerId="LiveId" clId="{2439330B-C15E-4403-9DD2-8D4ED011B568}" dt="2026-03-23T14:30:13.934" v="44" actId="20577"/>
          <ac:spMkLst>
            <pc:docMk/>
            <pc:sldMk cId="0" sldId="256"/>
            <ac:spMk id="27" creationId="{AC6C53BF-3850-6683-E07F-D595EC8B02B2}"/>
          </ac:spMkLst>
        </pc:spChg>
      </pc:sldChg>
      <pc:sldChg chg="modSp mod">
        <pc:chgData name="HARITHA DURAIBABU" userId="02cec78ecc7000b3" providerId="LiveId" clId="{2439330B-C15E-4403-9DD2-8D4ED011B568}" dt="2026-03-23T14:35:23.756" v="62" actId="1076"/>
        <pc:sldMkLst>
          <pc:docMk/>
          <pc:sldMk cId="0" sldId="257"/>
        </pc:sldMkLst>
        <pc:spChg chg="mod">
          <ac:chgData name="HARITHA DURAIBABU" userId="02cec78ecc7000b3" providerId="LiveId" clId="{2439330B-C15E-4403-9DD2-8D4ED011B568}" dt="2026-03-23T14:35:23.756" v="62" actId="1076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HARITHA DURAIBABU" userId="02cec78ecc7000b3" providerId="LiveId" clId="{2439330B-C15E-4403-9DD2-8D4ED011B568}" dt="2026-03-23T14:39:08.044" v="90" actId="1076"/>
        <pc:sldMkLst>
          <pc:docMk/>
          <pc:sldMk cId="0" sldId="258"/>
        </pc:sldMkLst>
        <pc:spChg chg="mod">
          <ac:chgData name="HARITHA DURAIBABU" userId="02cec78ecc7000b3" providerId="LiveId" clId="{2439330B-C15E-4403-9DD2-8D4ED011B568}" dt="2026-03-23T14:39:08.044" v="90" actId="1076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HARITHA DURAIBABU" userId="02cec78ecc7000b3" providerId="LiveId" clId="{2439330B-C15E-4403-9DD2-8D4ED011B568}" dt="2026-03-23T14:39:28.441" v="93" actId="20577"/>
        <pc:sldMkLst>
          <pc:docMk/>
          <pc:sldMk cId="0" sldId="259"/>
        </pc:sldMkLst>
        <pc:spChg chg="mod">
          <ac:chgData name="HARITHA DURAIBABU" userId="02cec78ecc7000b3" providerId="LiveId" clId="{2439330B-C15E-4403-9DD2-8D4ED011B568}" dt="2026-03-23T14:39:28.441" v="93" actId="20577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HARITHA DURAIBABU" userId="02cec78ecc7000b3" providerId="LiveId" clId="{2439330B-C15E-4403-9DD2-8D4ED011B568}" dt="2026-03-23T14:40:41.598" v="121" actId="1076"/>
        <pc:sldMkLst>
          <pc:docMk/>
          <pc:sldMk cId="0" sldId="260"/>
        </pc:sldMkLst>
        <pc:spChg chg="mod">
          <ac:chgData name="HARITHA DURAIBABU" userId="02cec78ecc7000b3" providerId="LiveId" clId="{2439330B-C15E-4403-9DD2-8D4ED011B568}" dt="2026-03-23T14:40:41.598" v="121" actId="1076"/>
          <ac:spMkLst>
            <pc:docMk/>
            <pc:sldMk cId="0" sldId="260"/>
            <ac:spMk id="48" creationId="{E8F19716-1653-9AE0-442E-B3829A585B46}"/>
          </ac:spMkLst>
        </pc:spChg>
      </pc:sldChg>
      <pc:sldChg chg="addSp modSp mod">
        <pc:chgData name="HARITHA DURAIBABU" userId="02cec78ecc7000b3" providerId="LiveId" clId="{2439330B-C15E-4403-9DD2-8D4ED011B568}" dt="2026-03-23T15:14:32.657" v="206" actId="1076"/>
        <pc:sldMkLst>
          <pc:docMk/>
          <pc:sldMk cId="0" sldId="261"/>
        </pc:sldMkLst>
        <pc:spChg chg="mod">
          <ac:chgData name="HARITHA DURAIBABU" userId="02cec78ecc7000b3" providerId="LiveId" clId="{2439330B-C15E-4403-9DD2-8D4ED011B568}" dt="2026-03-23T14:40:52.081" v="123" actId="1076"/>
          <ac:spMkLst>
            <pc:docMk/>
            <pc:sldMk cId="0" sldId="261"/>
            <ac:spMk id="42" creationId="{A4B3B85F-0C7B-16B9-6D50-94A4DFD2D192}"/>
          </ac:spMkLst>
        </pc:spChg>
        <pc:picChg chg="add mod">
          <ac:chgData name="HARITHA DURAIBABU" userId="02cec78ecc7000b3" providerId="LiveId" clId="{2439330B-C15E-4403-9DD2-8D4ED011B568}" dt="2026-03-23T15:14:32.657" v="206" actId="1076"/>
          <ac:picMkLst>
            <pc:docMk/>
            <pc:sldMk cId="0" sldId="261"/>
            <ac:picMk id="3" creationId="{C15F9CB0-5FC1-B504-7767-8345F1BC54B0}"/>
          </ac:picMkLst>
        </pc:picChg>
      </pc:sldChg>
      <pc:sldChg chg="addSp modSp mod">
        <pc:chgData name="HARITHA DURAIBABU" userId="02cec78ecc7000b3" providerId="LiveId" clId="{2439330B-C15E-4403-9DD2-8D4ED011B568}" dt="2026-03-23T16:13:38.911" v="368" actId="1076"/>
        <pc:sldMkLst>
          <pc:docMk/>
          <pc:sldMk cId="0" sldId="262"/>
        </pc:sldMkLst>
        <pc:spChg chg="mod">
          <ac:chgData name="HARITHA DURAIBABU" userId="02cec78ecc7000b3" providerId="LiveId" clId="{2439330B-C15E-4403-9DD2-8D4ED011B568}" dt="2026-03-23T14:41:00.487" v="127" actId="20577"/>
          <ac:spMkLst>
            <pc:docMk/>
            <pc:sldMk cId="0" sldId="262"/>
            <ac:spMk id="50" creationId="{D04F3B99-A5D2-54DC-51CD-4E86A99D3EA2}"/>
          </ac:spMkLst>
        </pc:spChg>
        <pc:picChg chg="add mod">
          <ac:chgData name="HARITHA DURAIBABU" userId="02cec78ecc7000b3" providerId="LiveId" clId="{2439330B-C15E-4403-9DD2-8D4ED011B568}" dt="2026-03-23T16:13:38.911" v="368" actId="1076"/>
          <ac:picMkLst>
            <pc:docMk/>
            <pc:sldMk cId="0" sldId="262"/>
            <ac:picMk id="3" creationId="{24ABDC49-0B1D-2958-C3BB-B4CD734D38FA}"/>
          </ac:picMkLst>
        </pc:picChg>
      </pc:sldChg>
      <pc:sldChg chg="modSp mod">
        <pc:chgData name="HARITHA DURAIBABU" userId="02cec78ecc7000b3" providerId="LiveId" clId="{2439330B-C15E-4403-9DD2-8D4ED011B568}" dt="2026-03-23T14:45:04.073" v="142" actId="20577"/>
        <pc:sldMkLst>
          <pc:docMk/>
          <pc:sldMk cId="0" sldId="263"/>
        </pc:sldMkLst>
        <pc:spChg chg="mod">
          <ac:chgData name="HARITHA DURAIBABU" userId="02cec78ecc7000b3" providerId="LiveId" clId="{2439330B-C15E-4403-9DD2-8D4ED011B568}" dt="2026-03-23T14:45:04.073" v="142" actId="20577"/>
          <ac:spMkLst>
            <pc:docMk/>
            <pc:sldMk cId="0" sldId="263"/>
            <ac:spMk id="48" creationId="{26E9F5F9-CCF8-6F05-4C01-034C88D7529E}"/>
          </ac:spMkLst>
        </pc:spChg>
      </pc:sldChg>
      <pc:sldChg chg="addSp delSp modSp mod">
        <pc:chgData name="HARITHA DURAIBABU" userId="02cec78ecc7000b3" providerId="LiveId" clId="{2439330B-C15E-4403-9DD2-8D4ED011B568}" dt="2026-03-23T14:46:29.524" v="155" actId="1076"/>
        <pc:sldMkLst>
          <pc:docMk/>
          <pc:sldMk cId="0" sldId="264"/>
        </pc:sldMkLst>
        <pc:spChg chg="add del mod">
          <ac:chgData name="HARITHA DURAIBABU" userId="02cec78ecc7000b3" providerId="LiveId" clId="{2439330B-C15E-4403-9DD2-8D4ED011B568}" dt="2026-03-23T14:46:29.524" v="155" actId="1076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HARITHA DURAIBABU" userId="02cec78ecc7000b3" providerId="LiveId" clId="{2439330B-C15E-4403-9DD2-8D4ED011B568}" dt="2026-03-23T15:34:48.311" v="265" actId="1035"/>
        <pc:sldMkLst>
          <pc:docMk/>
          <pc:sldMk cId="1998101144" sldId="266"/>
        </pc:sldMkLst>
        <pc:spChg chg="add mod">
          <ac:chgData name="HARITHA DURAIBABU" userId="02cec78ecc7000b3" providerId="LiveId" clId="{2439330B-C15E-4403-9DD2-8D4ED011B568}" dt="2026-03-23T15:34:48.311" v="265" actId="1035"/>
          <ac:spMkLst>
            <pc:docMk/>
            <pc:sldMk cId="1998101144" sldId="266"/>
            <ac:spMk id="5" creationId="{0891C911-80A8-D22C-5264-9F6A87C0056D}"/>
          </ac:spMkLst>
        </pc:spChg>
        <pc:spChg chg="del mod">
          <ac:chgData name="HARITHA DURAIBABU" userId="02cec78ecc7000b3" providerId="LiveId" clId="{2439330B-C15E-4403-9DD2-8D4ED011B568}" dt="2026-03-23T14:47:00.252" v="158"/>
          <ac:spMkLst>
            <pc:docMk/>
            <pc:sldMk cId="1998101144" sldId="266"/>
            <ac:spMk id="44" creationId="{9EC6A4DA-6D4B-3E6A-CF92-E543DD7AFBF5}"/>
          </ac:spMkLst>
        </pc:spChg>
        <pc:picChg chg="add mod ord">
          <ac:chgData name="HARITHA DURAIBABU" userId="02cec78ecc7000b3" providerId="LiveId" clId="{2439330B-C15E-4403-9DD2-8D4ED011B568}" dt="2026-03-23T15:26:34.315" v="224" actId="14100"/>
          <ac:picMkLst>
            <pc:docMk/>
            <pc:sldMk cId="1998101144" sldId="266"/>
            <ac:picMk id="3" creationId="{6D5B85CB-9B7D-657A-DF78-7B8636EF5E12}"/>
          </ac:picMkLst>
        </pc:picChg>
        <pc:picChg chg="add mod">
          <ac:chgData name="HARITHA DURAIBABU" userId="02cec78ecc7000b3" providerId="LiveId" clId="{2439330B-C15E-4403-9DD2-8D4ED011B568}" dt="2026-03-23T15:26:24.216" v="221" actId="1076"/>
          <ac:picMkLst>
            <pc:docMk/>
            <pc:sldMk cId="1998101144" sldId="266"/>
            <ac:picMk id="4" creationId="{7A67D324-9944-0972-BC79-D9FB56C3E40C}"/>
          </ac:picMkLst>
        </pc:picChg>
      </pc:sldChg>
      <pc:sldChg chg="addSp delSp modSp add del mod">
        <pc:chgData name="HARITHA DURAIBABU" userId="02cec78ecc7000b3" providerId="LiveId" clId="{2439330B-C15E-4403-9DD2-8D4ED011B568}" dt="2026-03-23T15:36:23.992" v="356" actId="1038"/>
        <pc:sldMkLst>
          <pc:docMk/>
          <pc:sldMk cId="47544820" sldId="267"/>
        </pc:sldMkLst>
        <pc:spChg chg="add mod">
          <ac:chgData name="HARITHA DURAIBABU" userId="02cec78ecc7000b3" providerId="LiveId" clId="{2439330B-C15E-4403-9DD2-8D4ED011B568}" dt="2026-03-23T15:36:23.992" v="356" actId="1038"/>
          <ac:spMkLst>
            <pc:docMk/>
            <pc:sldMk cId="47544820" sldId="267"/>
            <ac:spMk id="6" creationId="{57D1D713-ED3F-F107-BBE8-B49D3C59A057}"/>
          </ac:spMkLst>
        </pc:spChg>
        <pc:picChg chg="add del mod">
          <ac:chgData name="HARITHA DURAIBABU" userId="02cec78ecc7000b3" providerId="LiveId" clId="{2439330B-C15E-4403-9DD2-8D4ED011B568}" dt="2026-03-23T15:27:44.481" v="232" actId="21"/>
          <ac:picMkLst>
            <pc:docMk/>
            <pc:sldMk cId="47544820" sldId="267"/>
            <ac:picMk id="3" creationId="{5EEDE4FF-16C3-538D-AE90-D559D72A21A4}"/>
          </ac:picMkLst>
        </pc:picChg>
        <pc:picChg chg="add mod">
          <ac:chgData name="HARITHA DURAIBABU" userId="02cec78ecc7000b3" providerId="LiveId" clId="{2439330B-C15E-4403-9DD2-8D4ED011B568}" dt="2026-03-23T15:36:15.556" v="328" actId="1035"/>
          <ac:picMkLst>
            <pc:docMk/>
            <pc:sldMk cId="47544820" sldId="267"/>
            <ac:picMk id="5" creationId="{45A67D5C-F6AA-D7D1-2573-9D2DB16C49B3}"/>
          </ac:picMkLst>
        </pc:picChg>
      </pc:sldChg>
      <pc:sldChg chg="addSp modSp mod">
        <pc:chgData name="HARITHA DURAIBABU" userId="02cec78ecc7000b3" providerId="LiveId" clId="{2439330B-C15E-4403-9DD2-8D4ED011B568}" dt="2026-03-23T15:37:16.087" v="365" actId="1076"/>
        <pc:sldMkLst>
          <pc:docMk/>
          <pc:sldMk cId="84889951" sldId="268"/>
        </pc:sldMkLst>
        <pc:spChg chg="add mod">
          <ac:chgData name="HARITHA DURAIBABU" userId="02cec78ecc7000b3" providerId="LiveId" clId="{2439330B-C15E-4403-9DD2-8D4ED011B568}" dt="2026-03-23T15:37:16.087" v="365" actId="1076"/>
          <ac:spMkLst>
            <pc:docMk/>
            <pc:sldMk cId="84889951" sldId="268"/>
            <ac:spMk id="2" creationId="{F86EFBB8-DBDA-E829-AE36-559F15B42C32}"/>
          </ac:spMkLst>
        </pc:spChg>
        <pc:picChg chg="add mod">
          <ac:chgData name="HARITHA DURAIBABU" userId="02cec78ecc7000b3" providerId="LiveId" clId="{2439330B-C15E-4403-9DD2-8D4ED011B568}" dt="2026-03-23T15:36:38.406" v="357" actId="1076"/>
          <ac:picMkLst>
            <pc:docMk/>
            <pc:sldMk cId="84889951" sldId="268"/>
            <ac:picMk id="3" creationId="{5EEDE4FF-16C3-538D-AE90-D559D72A21A4}"/>
          </ac:picMkLst>
        </pc:picChg>
      </pc:sldChg>
      <pc:sldChg chg="addSp delSp modSp mod">
        <pc:chgData name="HARITHA DURAIBABU" userId="02cec78ecc7000b3" providerId="LiveId" clId="{2439330B-C15E-4403-9DD2-8D4ED011B568}" dt="2026-03-23T15:35:29.499" v="280" actId="1035"/>
        <pc:sldMkLst>
          <pc:docMk/>
          <pc:sldMk cId="3981187392" sldId="269"/>
        </pc:sldMkLst>
        <pc:spChg chg="add mod">
          <ac:chgData name="HARITHA DURAIBABU" userId="02cec78ecc7000b3" providerId="LiveId" clId="{2439330B-C15E-4403-9DD2-8D4ED011B568}" dt="2026-03-23T15:35:29.499" v="280" actId="1035"/>
          <ac:spMkLst>
            <pc:docMk/>
            <pc:sldMk cId="3981187392" sldId="269"/>
            <ac:spMk id="6" creationId="{81C85B6A-9305-9ABD-02A2-020FA1C5C4BA}"/>
          </ac:spMkLst>
        </pc:spChg>
        <pc:spChg chg="del mod">
          <ac:chgData name="HARITHA DURAIBABU" userId="02cec78ecc7000b3" providerId="LiveId" clId="{2439330B-C15E-4403-9DD2-8D4ED011B568}" dt="2026-03-23T14:47:05.036" v="161"/>
          <ac:spMkLst>
            <pc:docMk/>
            <pc:sldMk cId="3981187392" sldId="269"/>
            <ac:spMk id="44" creationId="{746F2C30-13B1-3754-C147-D58A899BC459}"/>
          </ac:spMkLst>
        </pc:spChg>
        <pc:picChg chg="add del mod">
          <ac:chgData name="HARITHA DURAIBABU" userId="02cec78ecc7000b3" providerId="LiveId" clId="{2439330B-C15E-4403-9DD2-8D4ED011B568}" dt="2026-03-23T15:25:50.065" v="211" actId="21"/>
          <ac:picMkLst>
            <pc:docMk/>
            <pc:sldMk cId="3981187392" sldId="269"/>
            <ac:picMk id="3" creationId="{7A67D324-9944-0972-BC79-D9FB56C3E40C}"/>
          </ac:picMkLst>
        </pc:picChg>
        <pc:picChg chg="add mod">
          <ac:chgData name="HARITHA DURAIBABU" userId="02cec78ecc7000b3" providerId="LiveId" clId="{2439330B-C15E-4403-9DD2-8D4ED011B568}" dt="2026-03-23T15:27:16.566" v="230" actId="1076"/>
          <ac:picMkLst>
            <pc:docMk/>
            <pc:sldMk cId="3981187392" sldId="269"/>
            <ac:picMk id="5" creationId="{FC9CF7D1-810A-20D0-90DF-01C52A9A285C}"/>
          </ac:picMkLst>
        </pc:picChg>
      </pc:sldChg>
      <pc:sldChg chg="addSp modSp mod">
        <pc:chgData name="HARITHA DURAIBABU" userId="02cec78ecc7000b3" providerId="LiveId" clId="{2439330B-C15E-4403-9DD2-8D4ED011B568}" dt="2026-03-23T14:47:50.395" v="168" actId="1076"/>
        <pc:sldMkLst>
          <pc:docMk/>
          <pc:sldMk cId="1838976791" sldId="270"/>
        </pc:sldMkLst>
        <pc:spChg chg="add mod">
          <ac:chgData name="HARITHA DURAIBABU" userId="02cec78ecc7000b3" providerId="LiveId" clId="{2439330B-C15E-4403-9DD2-8D4ED011B568}" dt="2026-03-23T14:47:50.395" v="168" actId="1076"/>
          <ac:spMkLst>
            <pc:docMk/>
            <pc:sldMk cId="1838976791" sldId="270"/>
            <ac:spMk id="3" creationId="{6D2C4D72-F2E3-6799-8A8A-1C755E1A5502}"/>
          </ac:spMkLst>
        </pc:spChg>
      </pc:sldChg>
      <pc:sldChg chg="new del">
        <pc:chgData name="HARITHA DURAIBABU" userId="02cec78ecc7000b3" providerId="LiveId" clId="{2439330B-C15E-4403-9DD2-8D4ED011B568}" dt="2026-03-23T15:23:54.315" v="208" actId="680"/>
        <pc:sldMkLst>
          <pc:docMk/>
          <pc:sldMk cId="279191453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6136188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endParaRPr lang="en-IN" sz="32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HARITHA .D – VTU24553 – 23UESS0022.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Mr. S. MANOHAR  ME., (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038922" y="7150620"/>
            <a:ext cx="1474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4 – Quality Education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01982" y="2100901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In many educational institutions, conducting examinations and processing results manually requires significant time and effort.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 Traditional examination systems involve preparing question papers, evaluating answer sheets, and publishing results manually.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These methods can lead to delays and human errors in result calculation.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 Dynamic Online Examination &amp; Result Processing System provides a digital platform to conduct examinations online.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Students can attend exams through a web interface, and the system automatically evaluates their answers.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 system improves efficiency, reduces manual work, and ensures accurate result generation.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By using database-driven web technologies, the application demonstrates a practical implementation of modern educational systems.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This project contributes to SDG 4 – Quality Education by promoting digital learning infrastructure and improving transparency, accessibility, and efficiency in academic evaluation systems.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475171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 many institutions, the examination process is still performed manually or using partially automated systems.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This often leads to delays in result processing and difficulty in managing exam data.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Manual evaluation of answer sheets requires significant time and effort from teachers and administrators.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Handling a large number of students and exam records may lead to data management issues.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Traditional systems may also increase the chances of human errors during evaluation.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Students often experience delays in receiving their examination results.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Administrators face challenges in organizing and maintaining exam-related information efficiently.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Therefore, an automated online examination system is required to conduct exams and generate results quickly and accurately.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38093" y="2475171"/>
            <a:ext cx="138753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To design and develop a web-based Online Examination System that allows students to attend exams digitally.</a:t>
            </a:r>
          </a:p>
          <a:p>
            <a:endParaRPr lang="en-US" sz="2800" dirty="0"/>
          </a:p>
          <a:p>
            <a:r>
              <a:rPr lang="en-US" sz="2800" dirty="0"/>
              <a:t>• To implement an automated result processing mechanism that evaluates answers instantly and generates accurate results.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615045" y="2526154"/>
            <a:ext cx="129817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 A web-based examination portal developed using PHP, JavaScript, and MySQL.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Supports both MCQ questions and coding-based programming assessments.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Admin can create exams, add questions, and schedule exam timings.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Students can register, log in, and attempt exams within the allowed time.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Coding questions are evaluated automatically using predefined test cases.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The system calculates scores and generates results automatically.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Admin can manage student records, exams, and result publication.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The system improves efficiency and eliminates manual evaluation processes.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F9CB0-5FC1-B504-7767-8345F1BC5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454" y="1130618"/>
            <a:ext cx="6854262" cy="8595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BDC49-0B1D-2958-C3BB-B4CD734D3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964" y="1523495"/>
            <a:ext cx="12870071" cy="7240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251201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br>
              <a:rPr lang="en-IN" sz="2800" dirty="0"/>
            </a:br>
            <a:r>
              <a:rPr lang="en-IN" sz="2800" dirty="0"/>
              <a:t>HTML5, CSS3, JavaScript, Bootstrap</a:t>
            </a:r>
          </a:p>
          <a:p>
            <a:r>
              <a:rPr lang="en-IN" sz="2800" b="1" dirty="0"/>
              <a:t>Backend:</a:t>
            </a:r>
            <a:br>
              <a:rPr lang="en-IN" sz="2800" dirty="0"/>
            </a:br>
            <a:r>
              <a:rPr lang="en-IN" sz="2800" dirty="0"/>
              <a:t>PHP </a:t>
            </a:r>
          </a:p>
          <a:p>
            <a:r>
              <a:rPr lang="en-IN" sz="2800" b="1" dirty="0"/>
              <a:t>Database:</a:t>
            </a:r>
            <a:br>
              <a:rPr lang="en-IN" sz="2800" dirty="0"/>
            </a:br>
            <a:r>
              <a:rPr lang="en-IN" sz="2800" dirty="0"/>
              <a:t>MySQL</a:t>
            </a:r>
          </a:p>
          <a:p>
            <a:r>
              <a:rPr lang="en-IN" sz="2800" b="1" dirty="0"/>
              <a:t>Tools:</a:t>
            </a:r>
            <a:br>
              <a:rPr lang="en-IN" sz="2800" dirty="0"/>
            </a:br>
            <a:r>
              <a:rPr lang="en-IN" sz="2800" dirty="0"/>
              <a:t>XAMPP (Apache + MySQL), VS Code</a:t>
            </a:r>
          </a:p>
          <a:p>
            <a:r>
              <a:rPr lang="en-IN" sz="2800" b="1" dirty="0"/>
              <a:t>Hardware/Software Requirements:</a:t>
            </a:r>
            <a:br>
              <a:rPr lang="en-IN" sz="2800" dirty="0"/>
            </a:br>
            <a:r>
              <a:rPr lang="en-IN" sz="2800" dirty="0"/>
              <a:t>Windows OS, Web Browser, XAMPP Server, Minimum 4GB RAM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92257" y="2289373"/>
            <a:ext cx="1311130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Management</a:t>
            </a:r>
            <a:br>
              <a:rPr lang="en-US" sz="2800" dirty="0"/>
            </a:br>
            <a:r>
              <a:rPr lang="en-US" sz="2800" dirty="0"/>
              <a:t>Handles student and admin registration, login, and authentication using secure sessions.</a:t>
            </a:r>
          </a:p>
          <a:p>
            <a:r>
              <a:rPr lang="en-US" sz="2800" b="1" dirty="0"/>
              <a:t>Module 2: Assessment Management</a:t>
            </a:r>
            <a:br>
              <a:rPr lang="en-US" sz="2800" dirty="0"/>
            </a:br>
            <a:r>
              <a:rPr lang="en-US" sz="2800" dirty="0"/>
              <a:t>Allows administrators to create exams, add MCQ and coding questions, and configure exam settings.</a:t>
            </a:r>
          </a:p>
          <a:p>
            <a:r>
              <a:rPr lang="en-US" sz="2800" b="1" dirty="0"/>
              <a:t>Module 3: Exam Execution</a:t>
            </a:r>
            <a:br>
              <a:rPr lang="en-US" sz="2800" dirty="0"/>
            </a:br>
            <a:r>
              <a:rPr lang="en-US" sz="2800" dirty="0"/>
              <a:t>Students attempt exams through an interface with timer support and question navigation.</a:t>
            </a:r>
          </a:p>
          <a:p>
            <a:r>
              <a:rPr lang="en-US" sz="2800" b="1" dirty="0"/>
              <a:t>Module 4: Code Evaluation Engine</a:t>
            </a:r>
            <a:br>
              <a:rPr lang="en-US" sz="2800" dirty="0"/>
            </a:br>
            <a:r>
              <a:rPr lang="en-US" sz="2800" dirty="0"/>
              <a:t>Compiles and executes student code in languages such as Java, Python, C, and C++ against test cases.</a:t>
            </a:r>
          </a:p>
          <a:p>
            <a:r>
              <a:rPr lang="en-US" sz="2800" b="1" dirty="0"/>
              <a:t>Module 5: Result Processing &amp; Analytics</a:t>
            </a:r>
            <a:br>
              <a:rPr lang="en-US" sz="2800" dirty="0"/>
            </a:br>
            <a:r>
              <a:rPr lang="en-US" sz="2800" dirty="0"/>
              <a:t>Automatically calculates scores and generates detailed result reports for students.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7D324-9944-0972-BC79-D9FB56C3E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384" y="1853313"/>
            <a:ext cx="9105288" cy="742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B85CB-9B7D-657A-DF78-7B8636EF5E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946" y="1742302"/>
            <a:ext cx="7949928" cy="7539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1C911-80A8-D22C-5264-9F6A87C0056D}"/>
              </a:ext>
            </a:extLst>
          </p:cNvPr>
          <p:cNvSpPr txBox="1"/>
          <p:nvPr/>
        </p:nvSpPr>
        <p:spPr>
          <a:xfrm>
            <a:off x="2930236" y="8634394"/>
            <a:ext cx="13383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Login Page &amp; Create Account Page</a:t>
            </a:r>
            <a:br>
              <a:rPr lang="en-US" sz="2800" dirty="0"/>
            </a:br>
            <a:r>
              <a:rPr lang="en-US" sz="2800" dirty="0"/>
              <a:t>This page allows users to securely log into the system using their credentials. New users can create an account by registering their details to access the online examination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CF7D1-810A-20D0-90DF-01C52A9A2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125" y="1494437"/>
            <a:ext cx="14678753" cy="6631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85B6A-9305-9ABD-02A2-020FA1C5C4BA}"/>
              </a:ext>
            </a:extLst>
          </p:cNvPr>
          <p:cNvSpPr txBox="1"/>
          <p:nvPr/>
        </p:nvSpPr>
        <p:spPr>
          <a:xfrm>
            <a:off x="2597728" y="8582890"/>
            <a:ext cx="1508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Admin Dashboard</a:t>
            </a:r>
            <a:br>
              <a:rPr lang="en-US" sz="2800" dirty="0"/>
            </a:br>
            <a:r>
              <a:rPr lang="en-US" sz="2800" dirty="0"/>
              <a:t>The admin dashboard provides a centralized interface for administrators to monitor and control the system. From here, the admin can manage exams, questions, and view system activities.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67D5C-F6AA-D7D1-2573-9D2DB16C4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565" y="1280965"/>
            <a:ext cx="15969360" cy="72731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D1D713-ED3F-F107-BBE8-B49D3C59A057}"/>
              </a:ext>
            </a:extLst>
          </p:cNvPr>
          <p:cNvSpPr txBox="1"/>
          <p:nvPr/>
        </p:nvSpPr>
        <p:spPr>
          <a:xfrm>
            <a:off x="1939639" y="8624458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Assessment Management</a:t>
            </a:r>
            <a:br>
              <a:rPr lang="en-US" sz="2800" dirty="0"/>
            </a:br>
            <a:r>
              <a:rPr lang="en-US" sz="2800" dirty="0"/>
              <a:t>This module enables the admin to create, update, and manage examinations and question sets. It helps organize assessments and ensures exams are properly scheduled and maintained.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DE4FF-16C3-538D-AE90-D559D72A2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48" y="1272170"/>
            <a:ext cx="15003120" cy="6823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6EFBB8-DBDA-E829-AE36-559F15B42C32}"/>
              </a:ext>
            </a:extLst>
          </p:cNvPr>
          <p:cNvSpPr txBox="1"/>
          <p:nvPr/>
        </p:nvSpPr>
        <p:spPr>
          <a:xfrm>
            <a:off x="2427996" y="8253668"/>
            <a:ext cx="14103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Student Dashboard</a:t>
            </a:r>
            <a:br>
              <a:rPr lang="en-US" sz="2800" dirty="0"/>
            </a:br>
            <a:r>
              <a:rPr lang="en-US" sz="2800" dirty="0"/>
              <a:t>The student dashboard allows students to view available exams and participate in assessments. It also provides access to exam results and other exam-related information.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C4D72-F2E3-6799-8A8A-1C755E1A5502}"/>
              </a:ext>
            </a:extLst>
          </p:cNvPr>
          <p:cNvSpPr txBox="1"/>
          <p:nvPr/>
        </p:nvSpPr>
        <p:spPr>
          <a:xfrm>
            <a:off x="2468986" y="2192787"/>
            <a:ext cx="124067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  <a:p>
            <a:r>
              <a:rPr lang="en-US" sz="2800" dirty="0"/>
              <a:t>• Automates the entire examination and evaluation process</a:t>
            </a:r>
            <a:br>
              <a:rPr lang="en-US" sz="2800" dirty="0"/>
            </a:br>
            <a:r>
              <a:rPr lang="en-US" sz="2800" dirty="0"/>
              <a:t>• Supports both MCQ and coding-based assessments</a:t>
            </a:r>
            <a:br>
              <a:rPr lang="en-US" sz="2800" dirty="0"/>
            </a:br>
            <a:r>
              <a:rPr lang="en-US" sz="2800" dirty="0"/>
              <a:t>• Provides instant result generation</a:t>
            </a:r>
            <a:br>
              <a:rPr lang="en-US" sz="2800" dirty="0"/>
            </a:br>
            <a:r>
              <a:rPr lang="en-US" sz="2800" dirty="0"/>
              <a:t>• Reduces manual work and human errors</a:t>
            </a:r>
            <a:br>
              <a:rPr lang="en-US" sz="2800" dirty="0"/>
            </a:br>
            <a:r>
              <a:rPr lang="en-US" sz="2800" dirty="0"/>
              <a:t>• Scalable system suitable for educational institutions</a:t>
            </a:r>
          </a:p>
          <a:p>
            <a:endParaRPr lang="en-US" sz="2800" dirty="0"/>
          </a:p>
          <a:p>
            <a:r>
              <a:rPr lang="en-US" sz="2800" b="1" dirty="0"/>
              <a:t>Limitations</a:t>
            </a:r>
          </a:p>
          <a:p>
            <a:r>
              <a:rPr lang="en-US" sz="2800" dirty="0"/>
              <a:t>• Requires stable internet connectivity</a:t>
            </a:r>
            <a:br>
              <a:rPr lang="en-US" sz="2800" dirty="0"/>
            </a:br>
            <a:r>
              <a:rPr lang="en-US" sz="2800" dirty="0"/>
              <a:t>• Security measures must be implemented to prevent misuse</a:t>
            </a:r>
            <a:br>
              <a:rPr lang="en-US" sz="2800" dirty="0"/>
            </a:br>
            <a:r>
              <a:rPr lang="en-US" sz="2800" dirty="0"/>
              <a:t>• System performance depends on server capacity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981</Words>
  <Application>Microsoft Office PowerPoint</Application>
  <PresentationFormat>Custom</PresentationFormat>
  <Paragraphs>217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 Bold Italics</vt:lpstr>
      <vt:lpstr>Bookman Old Style</vt:lpstr>
      <vt:lpstr>Arial</vt:lpstr>
      <vt:lpstr>Calibri</vt:lpstr>
      <vt:lpstr>Times New Roman</vt:lpstr>
      <vt:lpstr>Cambria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HARITHA DURAIBABU</cp:lastModifiedBy>
  <cp:revision>1</cp:revision>
  <dcterms:created xsi:type="dcterms:W3CDTF">2006-08-16T00:00:00Z</dcterms:created>
  <dcterms:modified xsi:type="dcterms:W3CDTF">2026-03-23T16:15:12Z</dcterms:modified>
  <dc:identifier>DAHCaYqJ9OU</dc:identifier>
</cp:coreProperties>
</file>