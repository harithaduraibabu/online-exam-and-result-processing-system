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72" r:id="rId14"/>
    <p:sldId id="273" r:id="rId15"/>
    <p:sldId id="268" r:id="rId16"/>
    <p:sldId id="275" r:id="rId17"/>
    <p:sldId id="274" r:id="rId18"/>
    <p:sldId id="276" r:id="rId19"/>
    <p:sldId id="270" r:id="rId20"/>
    <p:sldId id="265" r:id="rId21"/>
  </p:sldIdLst>
  <p:sldSz cx="18288000" cy="10287000"/>
  <p:notesSz cx="6858000" cy="9144000"/>
  <p:embeddedFontLst>
    <p:embeddedFont>
      <p:font typeface="Bookman Old Style" panose="02050604050505020204" pitchFamily="18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Gotham" panose="020B0604020202020204" charset="0"/>
      <p:regular r:id="rId30"/>
    </p:embeddedFont>
    <p:embeddedFont>
      <p:font typeface="Gotham Bold Italics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FE9C73-5EF3-4835-ACD9-BF976E022C6F}" v="3" dt="2026-04-25T14:47:47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1018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THA DURAIBABU" userId="02cec78ecc7000b3" providerId="LiveId" clId="{2439330B-C15E-4403-9DD2-8D4ED011B568}"/>
    <pc:docChg chg="modSld">
      <pc:chgData name="HARITHA DURAIBABU" userId="02cec78ecc7000b3" providerId="LiveId" clId="{2439330B-C15E-4403-9DD2-8D4ED011B568}" dt="2026-04-28T15:48:33.623" v="17" actId="20577"/>
      <pc:docMkLst>
        <pc:docMk/>
      </pc:docMkLst>
      <pc:sldChg chg="modSp mod">
        <pc:chgData name="HARITHA DURAIBABU" userId="02cec78ecc7000b3" providerId="LiveId" clId="{2439330B-C15E-4403-9DD2-8D4ED011B568}" dt="2026-04-28T15:48:33.623" v="17" actId="20577"/>
        <pc:sldMkLst>
          <pc:docMk/>
          <pc:sldMk cId="0" sldId="256"/>
        </pc:sldMkLst>
        <pc:spChg chg="mod">
          <ac:chgData name="HARITHA DURAIBABU" userId="02cec78ecc7000b3" providerId="LiveId" clId="{2439330B-C15E-4403-9DD2-8D4ED011B568}" dt="2026-04-28T15:48:33.623" v="17" actId="20577"/>
          <ac:spMkLst>
            <pc:docMk/>
            <pc:sldMk cId="0" sldId="256"/>
            <ac:spMk id="24" creationId="{BB0EB85C-D9CE-08DC-1131-77C9DD1A002D}"/>
          </ac:spMkLst>
        </pc:spChg>
        <pc:spChg chg="mod">
          <ac:chgData name="HARITHA DURAIBABU" userId="02cec78ecc7000b3" providerId="LiveId" clId="{2439330B-C15E-4403-9DD2-8D4ED011B568}" dt="2026-04-28T15:48:21.360" v="1" actId="20577"/>
          <ac:spMkLst>
            <pc:docMk/>
            <pc:sldMk cId="0" sldId="256"/>
            <ac:spMk id="27" creationId="{AC6C53BF-3850-6683-E07F-D595EC8B02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Engineering(</a:t>
            </a:r>
            <a:r>
              <a:rPr lang="en-US" sz="3200" b="1">
                <a:latin typeface="Cambria" panose="02040503050406030204" pitchFamily="18" charset="0"/>
                <a:ea typeface="Cambria" panose="02040503050406030204" pitchFamily="18" charset="0"/>
              </a:rPr>
              <a:t>Cyber Security)</a:t>
            </a:r>
            <a:endParaRPr lang="en-IN" sz="32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24-04-2026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360002" y="6136188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ONLINE EXAMINATION &amp; RESULT PROCESSING SYSTEM</a:t>
            </a:r>
            <a:endParaRPr lang="en-IN" sz="32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HARITHA .D – VTU24553 – 23UESS0022.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SHAHUL HAMEED C 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1038922" y="7150620"/>
            <a:ext cx="14743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SDG 4 – Quality Education</a:t>
            </a:r>
            <a:endParaRPr lang="en-IN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001982" y="2100901"/>
            <a:ext cx="150823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alibri" panose="020F0502020204030204" pitchFamily="34" charset="0"/>
              <a:buChar char="-"/>
            </a:pPr>
            <a:r>
              <a:rPr lang="en-US" sz="2800" dirty="0"/>
              <a:t>In many educational institutions, conducting examinations and processing results manually requires significant time and effort.</a:t>
            </a:r>
          </a:p>
          <a:p>
            <a:pPr marL="457200" indent="-457200">
              <a:buFont typeface="Calibri" panose="020F0502020204030204" pitchFamily="34" charset="0"/>
              <a:buChar char="-"/>
            </a:pPr>
            <a:r>
              <a:rPr lang="en-US" sz="2800" dirty="0"/>
              <a:t> Traditional examination systems involve preparing question papers, evaluating answer sheets, and publishing results manually. </a:t>
            </a:r>
          </a:p>
          <a:p>
            <a:pPr marL="457200" indent="-457200">
              <a:buFont typeface="Calibri" panose="020F0502020204030204" pitchFamily="34" charset="0"/>
              <a:buChar char="-"/>
            </a:pPr>
            <a:r>
              <a:rPr lang="en-US" sz="2800" dirty="0"/>
              <a:t>These methods can lead to delays and human errors in result calculation.</a:t>
            </a:r>
          </a:p>
          <a:p>
            <a:pPr marL="457200" indent="-457200">
              <a:buFont typeface="Calibri" panose="020F0502020204030204" pitchFamily="34" charset="0"/>
              <a:buChar char="-"/>
            </a:pPr>
            <a:r>
              <a:rPr lang="en-US" sz="2800" dirty="0"/>
              <a:t>The Dynamic Online Examination &amp; Result Processing System provides a digital platform to conduct examinations online. </a:t>
            </a:r>
          </a:p>
          <a:p>
            <a:pPr marL="457200" indent="-457200">
              <a:buFont typeface="Calibri" panose="020F0502020204030204" pitchFamily="34" charset="0"/>
              <a:buChar char="-"/>
            </a:pPr>
            <a:r>
              <a:rPr lang="en-US" sz="2800" dirty="0"/>
              <a:t>Students can attend exams through a web interface, and the system automatically evaluates their answers. </a:t>
            </a:r>
          </a:p>
          <a:p>
            <a:pPr marL="457200" indent="-457200">
              <a:buFont typeface="Calibri" panose="020F0502020204030204" pitchFamily="34" charset="0"/>
              <a:buChar char="-"/>
            </a:pPr>
            <a:r>
              <a:rPr lang="en-US" sz="2800" dirty="0"/>
              <a:t>The system improves efficiency, reduces manual work, and ensures accurate result generation.</a:t>
            </a:r>
          </a:p>
          <a:p>
            <a:pPr marL="457200" indent="-457200">
              <a:buFont typeface="Calibri" panose="020F0502020204030204" pitchFamily="34" charset="0"/>
              <a:buChar char="-"/>
            </a:pPr>
            <a:r>
              <a:rPr lang="en-US" sz="2800" dirty="0"/>
              <a:t>By using database-driven web technologies, the application demonstrates a practical implementation of modern educational systems.</a:t>
            </a:r>
          </a:p>
          <a:p>
            <a:pPr marL="457200" indent="-457200">
              <a:buFont typeface="Calibri" panose="020F0502020204030204" pitchFamily="34" charset="0"/>
              <a:buChar char="-"/>
            </a:pPr>
            <a:r>
              <a:rPr lang="en-US" sz="2800" dirty="0"/>
              <a:t>This project contributes to SDG 4 – Quality Education by promoting digital learning infrastructure and improving transparency, accessibility, and efficiency in academic evaluation systems.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6526" y="2475171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In many institutions, the examination process is still performed manually or using partially automated systems.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This often leads to delays in result processing and difficulty in managing exam data.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Manual evaluation of answer sheets requires significant time and effort from teachers and administrators.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Handling a large number of students and exam records may lead to data management issues.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Traditional systems may also increase the chances of human errors during evaluation.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Students often experience delays in receiving their examination results.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Administrators face challenges in organizing and maintaining exam-related information efficiently.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Therefore, an automated online examination system is required to conduct exams and generate results quickly and accurately.</a:t>
            </a: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438093" y="2475171"/>
            <a:ext cx="1387532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• To design and develop a web-based Online Examination System that allows students to attend exams digitally.</a:t>
            </a:r>
          </a:p>
          <a:p>
            <a:endParaRPr lang="en-US" sz="2800" dirty="0"/>
          </a:p>
          <a:p>
            <a:r>
              <a:rPr lang="en-US" sz="2800" dirty="0"/>
              <a:t>• To implement an automated result processing mechanism that evaluates answers instantly and generates accurate results.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615045" y="2526154"/>
            <a:ext cx="1298170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 A web-based examination portal developed using PHP, JavaScript, and MySQL.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 Supports both MCQ questions and coding-based programming assessments.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 Admin can create exams, add questions, and schedule exam timings.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 Students can register, log in, and attempt exams within the allowed time.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 Coding questions are evaluated automatically using predefined test cases.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 The system calculates scores and generates results automatically.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 Admin can manage student records, exams, and result publication.</a:t>
            </a:r>
          </a:p>
          <a:p>
            <a:pPr marL="457200" indent="-457200">
              <a:buFontTx/>
              <a:buChar char="-"/>
            </a:pPr>
            <a:r>
              <a:rPr lang="en-US" sz="2800" dirty="0"/>
              <a:t> The system improves efficiency and eliminates manual evaluation processes.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IN" sz="2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5F9CB0-5FC1-B504-7767-8345F1BC5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454" y="1130618"/>
            <a:ext cx="6854262" cy="85958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ABDC49-0B1D-2958-C3BB-B4CD734D3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964" y="1523495"/>
            <a:ext cx="12870071" cy="72400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470087" y="251201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Frontend:</a:t>
            </a:r>
            <a:br>
              <a:rPr lang="en-IN" sz="2800" dirty="0"/>
            </a:br>
            <a:r>
              <a:rPr lang="en-IN" sz="2800" dirty="0"/>
              <a:t>HTML5, CSS3, JavaScript, Bootstrap</a:t>
            </a:r>
          </a:p>
          <a:p>
            <a:r>
              <a:rPr lang="en-IN" sz="2800" b="1" dirty="0"/>
              <a:t>Backend:</a:t>
            </a:r>
            <a:br>
              <a:rPr lang="en-IN" sz="2800" dirty="0"/>
            </a:br>
            <a:r>
              <a:rPr lang="en-IN" sz="2800" dirty="0"/>
              <a:t>PHP </a:t>
            </a:r>
          </a:p>
          <a:p>
            <a:r>
              <a:rPr lang="en-IN" sz="2800" b="1" dirty="0"/>
              <a:t>Database:</a:t>
            </a:r>
            <a:br>
              <a:rPr lang="en-IN" sz="2800" dirty="0"/>
            </a:br>
            <a:r>
              <a:rPr lang="en-IN" sz="2800" dirty="0"/>
              <a:t>MySQL</a:t>
            </a:r>
          </a:p>
          <a:p>
            <a:r>
              <a:rPr lang="en-IN" sz="2800" b="1" dirty="0"/>
              <a:t>Tools:</a:t>
            </a:r>
            <a:br>
              <a:rPr lang="en-IN" sz="2800" dirty="0"/>
            </a:br>
            <a:r>
              <a:rPr lang="en-IN" sz="2800" dirty="0"/>
              <a:t>XAMPP (Apache + MySQL), VS Code</a:t>
            </a:r>
          </a:p>
          <a:p>
            <a:r>
              <a:rPr lang="en-IN" sz="2800" b="1" dirty="0"/>
              <a:t>Hardware/Software Requirements:</a:t>
            </a:r>
            <a:br>
              <a:rPr lang="en-IN" sz="2800" dirty="0"/>
            </a:br>
            <a:r>
              <a:rPr lang="en-IN" sz="2800" dirty="0"/>
              <a:t>Windows OS, Web Browser, XAMPP Server, Minimum 4GB RAM</a:t>
            </a:r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492257" y="2289373"/>
            <a:ext cx="13111301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Module 1: User Management</a:t>
            </a:r>
            <a:br>
              <a:rPr lang="en-US" sz="2800" dirty="0"/>
            </a:br>
            <a:r>
              <a:rPr lang="en-US" sz="2800" dirty="0"/>
              <a:t>Handles student and admin registration, login, and authentication using secure sessions.</a:t>
            </a:r>
          </a:p>
          <a:p>
            <a:r>
              <a:rPr lang="en-US" sz="2800" b="1" dirty="0"/>
              <a:t>Module 2: Assessment Management</a:t>
            </a:r>
            <a:br>
              <a:rPr lang="en-US" sz="2800" dirty="0"/>
            </a:br>
            <a:r>
              <a:rPr lang="en-US" sz="2800" dirty="0"/>
              <a:t>Allows administrators to create exams, add MCQ and coding questions, and configure exam settings.</a:t>
            </a:r>
          </a:p>
          <a:p>
            <a:r>
              <a:rPr lang="en-US" sz="2800" b="1" dirty="0"/>
              <a:t>Module 3: Exam Execution</a:t>
            </a:r>
            <a:br>
              <a:rPr lang="en-US" sz="2800" dirty="0"/>
            </a:br>
            <a:r>
              <a:rPr lang="en-US" sz="2800" dirty="0"/>
              <a:t>Students attempt exams through an interface with timer support and question navigation.</a:t>
            </a:r>
          </a:p>
          <a:p>
            <a:r>
              <a:rPr lang="en-US" sz="2800" b="1" dirty="0"/>
              <a:t>Module 4: Code Evaluation Engine</a:t>
            </a:r>
            <a:br>
              <a:rPr lang="en-US" sz="2800" dirty="0"/>
            </a:br>
            <a:r>
              <a:rPr lang="en-US" sz="2800" dirty="0"/>
              <a:t>Compiles and executes student code in languages such as Java, Python, C, and C++ against test cases.</a:t>
            </a:r>
          </a:p>
          <a:p>
            <a:r>
              <a:rPr lang="en-US" sz="2800" b="1" dirty="0"/>
              <a:t>Module 5: Result Processing &amp; Analytics</a:t>
            </a:r>
            <a:br>
              <a:rPr lang="en-US" sz="2800" dirty="0"/>
            </a:br>
            <a:r>
              <a:rPr lang="en-US" sz="2800" dirty="0"/>
              <a:t>Automatically calculates scores and generates detailed result reports for students.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67D324-9944-0972-BC79-D9FB56C3E4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384" y="1853313"/>
            <a:ext cx="9105288" cy="74279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5B85CB-9B7D-657A-DF78-7B8636EF5E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946" y="1742302"/>
            <a:ext cx="7949928" cy="75390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91C911-80A8-D22C-5264-9F6A87C0056D}"/>
              </a:ext>
            </a:extLst>
          </p:cNvPr>
          <p:cNvSpPr txBox="1"/>
          <p:nvPr/>
        </p:nvSpPr>
        <p:spPr>
          <a:xfrm>
            <a:off x="2930236" y="8634394"/>
            <a:ext cx="1338318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Login Page &amp; Create Account Page</a:t>
            </a:r>
            <a:br>
              <a:rPr lang="en-US" sz="2800" dirty="0"/>
            </a:br>
            <a:r>
              <a:rPr lang="en-US" sz="2800" dirty="0"/>
              <a:t>This page allows users to securely log into the system using their credentials. New users can create an account by registering their details to access the online examination system.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CF7D1-810A-20D0-90DF-01C52A9A2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125" y="1494437"/>
            <a:ext cx="14678753" cy="66318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C85B6A-9305-9ABD-02A2-020FA1C5C4BA}"/>
              </a:ext>
            </a:extLst>
          </p:cNvPr>
          <p:cNvSpPr txBox="1"/>
          <p:nvPr/>
        </p:nvSpPr>
        <p:spPr>
          <a:xfrm>
            <a:off x="2597728" y="8582890"/>
            <a:ext cx="15087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Admin Dashboard</a:t>
            </a:r>
            <a:br>
              <a:rPr lang="en-US" sz="2800" dirty="0"/>
            </a:br>
            <a:r>
              <a:rPr lang="en-US" sz="2800" dirty="0"/>
              <a:t>The admin dashboard provides a centralized interface for administrators to monitor and control the system. From here, the admin can manage exams, questions, and view system activities.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A67D5C-F6AA-D7D1-2573-9D2DB16C4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565" y="1280965"/>
            <a:ext cx="15969360" cy="72731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D1D713-ED3F-F107-BBE8-B49D3C59A057}"/>
              </a:ext>
            </a:extLst>
          </p:cNvPr>
          <p:cNvSpPr txBox="1"/>
          <p:nvPr/>
        </p:nvSpPr>
        <p:spPr>
          <a:xfrm>
            <a:off x="1939639" y="8624458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Assessment Management</a:t>
            </a:r>
            <a:br>
              <a:rPr lang="en-US" sz="2800" dirty="0"/>
            </a:br>
            <a:r>
              <a:rPr lang="en-US" sz="2800" dirty="0"/>
              <a:t>This module enables the admin to create, update, and manage examinations and question sets. It helps organize assessments and ensures exams are properly scheduled and maintained.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70AB6-F0A9-1013-16EA-B514407A7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3DB2C22-9EC7-A7F2-3616-923698BE55B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883AE43-1250-8DD8-AC85-95195535F75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2415EF9-776F-F6A2-A4CB-23696EE6523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3142971-1EB2-038F-0853-C842ECBF028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62A6D5D-528A-A821-0518-10861CC996F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5C3BB92-E6C2-49C3-9015-C6E187B9274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EE25342-9E0B-C5A3-2CCE-E44BA0DECACA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08CC3B5-9B50-A7E7-DF71-75DCB13F28D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4746DA4-FE18-9587-221F-42DA68A678D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47B9E12-51D3-59F8-FCEB-93288DEE613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DF4662B3-E3A9-0946-1EF6-2616C0B8919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FC91783-6B73-30CB-8E93-2DCE9AB6929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5D82BB2-E6F8-8E73-ECB2-1C8632C750AE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B5F0D1C5-A106-6745-A02E-2C5A447C22B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4A80424A-C593-8FF9-81DF-399388A100A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CAC47595-FDAD-BC68-2ABB-304106B4D544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1D0A6-8ACA-D52A-4BCE-7F65B6D7F92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7175AE8-3DA0-8F7B-22C5-D3C98CCBB6A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B16F14EA-8F88-7CEB-5D17-D59010DDD2E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E910B9CA-760E-1405-0193-2F04D9D305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66B69F24-5B1C-BA13-784E-4E2C1538EA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DAB2DC28-8E5B-57F9-DCAA-7CC750781D1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3145AD5-0F97-902A-940A-0143437EDBB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E06CAAB-9491-B35D-F19A-15355B38A6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CA91001A-6476-EB18-A7A1-746BB0BEAD9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89C3B9-807F-C51D-883B-D7FEEBF0349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0BFBCE80-31A2-48FE-6299-D14D3D1344C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AED02228-521D-415D-722E-B899C279263B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8B624ADB-961B-77F0-0989-45E8FCE70EB2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CA0B9DDE-844C-2C89-757E-4CFD218937E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042B0F4-8B81-8EA6-20C0-4DEEC34FB25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2713DB1E-531C-CF72-4893-67E554888284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3FE3B3-8F31-DF43-0433-785B3782195C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3F7A94-F646-9655-55DE-8E1A6EF6F055}"/>
              </a:ext>
            </a:extLst>
          </p:cNvPr>
          <p:cNvSpPr txBox="1"/>
          <p:nvPr/>
        </p:nvSpPr>
        <p:spPr>
          <a:xfrm>
            <a:off x="1939639" y="8624458"/>
            <a:ext cx="150823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Result Management</a:t>
            </a:r>
            <a:br>
              <a:rPr lang="en-US" sz="2800" dirty="0"/>
            </a:br>
            <a:r>
              <a:rPr lang="en-US" sz="2800" dirty="0"/>
              <a:t>This module enables the admin to generate results report of students </a:t>
            </a: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4EAA6E-34C3-87D0-F626-F1537CCA1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969" y="1146935"/>
            <a:ext cx="15372701" cy="746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514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C0EA6-A2F9-4B63-CD73-52B4DFB9F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43864279-5BA0-963F-B56E-FE8F74064EE2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57E9AC0-0D70-2194-FD78-A341E335735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4B8A575-DEF4-3C9D-BE36-F599E9E1F076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919F5B8-3F5C-8D0C-F739-498CF443759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9BD6F32-5433-0159-C49B-60CD28267B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2DD4A3F7-C24D-AF89-9C39-395C8A2B84B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0C023A6-D8D0-6963-6175-20B2A8435296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925DF3-73A8-8EA1-A41F-E0F690C749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C1672C2C-06E5-92B9-1325-C2A4512F09F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D3AF8DBB-50E9-B30D-F00A-10BD63836DA2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98065A8-CAF8-BF36-25AB-20F880C6686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21F7FC52-988D-484F-6598-558B4C97C8C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193835C-D259-D30D-C85A-E991CB74122A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795BE66A-A1AF-6F7E-6714-FD1AA77D11A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AFD3D36-46FA-A41E-7B5B-7FB7E072773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C694C4E6-C6F4-7D9F-49BE-194DA40AED1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17024E0-EA43-6110-1CCD-581A41A1424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4FAECC35-1C57-5366-0B8F-37C004AAC7D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D02B2DA8-DA22-276A-BCF8-9B34E6FC226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D26DCB2-B635-8FFD-CEBE-B2DDA321F06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76228EF-A898-E818-7D36-979DB2E80A1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301A7D6A-60C6-51F4-9205-4DE887ACC42F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5F5E87C-8773-EF44-4A1E-6BA2D564F0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724472E2-ACA6-E073-980B-1AFCA3912B5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F74B148-556E-4720-5D58-47006435B0A5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A1D5156-D755-2A1D-A148-CCA8E3BD6CD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FF74A23F-E085-B40E-2882-D3FC9E668D0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D7F5C10E-820E-4E75-AE71-08E7D24808C8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D9253DD-B086-9E1B-ADEC-78A1B9616C8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619054C6-18E2-EF22-B768-98A6C268E6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8A236F5F-DFFD-43FF-423B-448171B3B746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E1094C1C-1B53-2F72-D025-91435CB6F26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9BCCCC-5BD1-7494-DC22-F7D4B8D11474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53936A-81B8-9F6F-4925-BE2DD092C1D3}"/>
              </a:ext>
            </a:extLst>
          </p:cNvPr>
          <p:cNvSpPr txBox="1"/>
          <p:nvPr/>
        </p:nvSpPr>
        <p:spPr>
          <a:xfrm>
            <a:off x="1939639" y="8624458"/>
            <a:ext cx="150823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Student Management</a:t>
            </a:r>
            <a:br>
              <a:rPr lang="en-US" sz="2800" dirty="0"/>
            </a:br>
            <a:r>
              <a:rPr lang="en-US" sz="2800" dirty="0"/>
              <a:t>This module enables the admin to manage students and their credentials 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FB9629-83F2-5E7F-6DFD-30ADDC0F8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639" y="1391225"/>
            <a:ext cx="14578751" cy="704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76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8(E)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6EFBB8-DBDA-E829-AE36-559F15B42C32}"/>
              </a:ext>
            </a:extLst>
          </p:cNvPr>
          <p:cNvSpPr txBox="1"/>
          <p:nvPr/>
        </p:nvSpPr>
        <p:spPr>
          <a:xfrm>
            <a:off x="2427996" y="8253668"/>
            <a:ext cx="141036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Student Dashboard</a:t>
            </a:r>
            <a:br>
              <a:rPr lang="en-US" sz="2800" dirty="0"/>
            </a:br>
            <a:r>
              <a:rPr lang="en-US" sz="2800" dirty="0"/>
              <a:t>The student dashboard allows students to view available exams and participate in assessments. It also provides access to exam results and other exam-related information.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D5279F-54D6-DCA7-C12C-EA8369F54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159" y="1357103"/>
            <a:ext cx="14526761" cy="692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3A0B2-DF11-E195-14E1-6990A1F09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D88554F-FC2B-C30A-EB26-04B43C640E7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9CC6D49-4C76-01DD-35A4-5C1699BBBF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B474F5F-A34B-5272-44BF-B73FB55A40FB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8(F)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1035D05-F9D0-0A01-C548-F98315DA48D2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38D28F4-38B7-DE69-850D-438D782D430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4CFB3367-9074-6EB2-B513-8A56E730525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71648A3-A0D7-A383-8F12-886FB1F1D5FD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19C12B43-9A97-7F0D-AF49-6DC5C985393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D51547F4-B6DC-C428-0BC2-B9031022516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3B33E767-EB22-C4DF-D53A-0EB70CDFC8A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5641AB8-9E82-1F0E-F60A-C80712ADB5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E77C8439-A2D5-999A-EFF5-3BF15FD16A5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7C419B5-EF7F-5910-75FB-A6B35ACB91A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CAE4BEE-7FD7-CF7A-3EBE-F588D9F15D9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89987EA-E8C7-8E6A-F81F-5065EC988B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BF94F2BA-DC69-5650-AF75-E439C7CA9D2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AFDECA2-FCE0-D11E-CAA0-10F4E179AC9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1206A5D-1C79-EA35-464E-864876A64B9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CCE5BE3-98EF-2FDB-811A-2B1434558707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221A7B5F-0A0E-1651-83E6-E6E42D82058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AA48AB58-88B3-E6D5-20F3-B0D41EB5600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1C8A9522-95D4-9EB3-9897-DD8FBB48F55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452DF97-9B35-5F45-141D-B60E18C6FF5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5B978C1D-2E5F-0F24-C2B2-5502268B9D4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02E0DDE-AF05-53B5-A7E3-4A7C4D135E81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5278ABA7-A617-AE64-2AD3-AEFB805C3F9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64790AE-C4C8-A5F3-1D29-54AB2005F29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36A0A25-0813-6A91-518D-69195153A35D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5C4F6BAE-AEA7-7718-2DDB-D9BB60FD5A50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46D7236F-C7F8-365B-2186-A8DB5881A75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E54F74E8-19B8-F3BD-9694-D1CAD395097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4AA9FFFD-59DC-4849-FA75-814198279514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7E97ED-A101-8800-25C8-9DDC5428F762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1581FB-EA37-3488-44F5-DA3C90852E8C}"/>
              </a:ext>
            </a:extLst>
          </p:cNvPr>
          <p:cNvSpPr txBox="1"/>
          <p:nvPr/>
        </p:nvSpPr>
        <p:spPr>
          <a:xfrm>
            <a:off x="2427996" y="8253668"/>
            <a:ext cx="141036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My Assessment</a:t>
            </a:r>
            <a:br>
              <a:rPr lang="en-US" sz="2800" dirty="0"/>
            </a:br>
            <a:r>
              <a:rPr lang="en-US" sz="2800" dirty="0"/>
              <a:t>This Tab allows students to view available exams and participate in assessments. It also provides access to exam results and other exam-related information.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C115BD-B019-9742-6A02-40662FF41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926" y="1251288"/>
            <a:ext cx="14103620" cy="679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42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4B82E-2770-5376-0762-550A0ED7B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9CACC07-CE48-9170-4A95-9853010857C2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EE0683A-541E-3525-E32E-9BD95CAB3E9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0D1C858-E66E-D4CE-F91B-30556E23A24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8(G)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ED45412-DCF8-8590-70FA-801BBD2CCD91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62F236B-059B-E2E7-B729-8D3FD121ED8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17C16A5-DECB-FA14-735D-744E64B3CC7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239ED209-CF4A-9E57-1594-9AEAA30E62B7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898E40D-6FAC-9D5D-2DB9-660997A3536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791A3DEA-274B-83ED-E344-629F033A827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AA70DD88-E889-0A52-D33B-8216AB0B0329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E5DE60A0-863B-3297-C5F5-A114C371730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1313CBC-2B12-EA70-3409-72BD16915F0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ABA3791-8B89-207C-77A0-0B99E0B3CCB0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B285EA71-0CED-C49C-78C7-60DE0D3F35D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4D48EBD-16D2-0161-FB5F-36701F45172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710AABAB-3A90-AEB3-FFDB-C646A58A1FFA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DFAFF98-1B78-3347-DE8D-E4DE88E9C56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8A2C46C9-621E-F756-7EB0-0202C4CFA2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4EAE2E5-2C84-53B7-4C61-8F62C6D118D8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246DDBB-1BEC-4D73-7ADA-A0D99B50C80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C8EE325-1487-CCFA-859C-419B651A2AB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02EF107-082C-1D5A-4C2D-1C7CFCF5B10B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5A37D22-F0EF-172E-1703-3A32CED0C7A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E560CAF8-533D-74F9-324E-C19E38F2A15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C3E21318-F04F-4834-2F35-DCECEEB9D766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4D6718A7-E38C-D0A8-98DF-5608BB39DF5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F0B27ED-AB19-C454-64A2-5AF608793C6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39E8C7F-1D7B-9576-2AB9-DEFE297D92EA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8EF3292F-113C-9E1C-EF88-00B8B111F84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315D2BD-9CCB-4E53-7F38-6E0989553D2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C0FB23D-369A-0EF3-C56E-A05FF60E0D1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2176766B-06CA-2E0D-99E8-D671FAFA83C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297E88-DE8D-7044-0A29-97A6C0764786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03BAFA-83D2-8D3A-AEDC-1D6FB5FF0F45}"/>
              </a:ext>
            </a:extLst>
          </p:cNvPr>
          <p:cNvSpPr txBox="1"/>
          <p:nvPr/>
        </p:nvSpPr>
        <p:spPr>
          <a:xfrm>
            <a:off x="2427996" y="8253668"/>
            <a:ext cx="141036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Performance </a:t>
            </a:r>
            <a:br>
              <a:rPr lang="en-US" sz="2800" dirty="0"/>
            </a:br>
            <a:r>
              <a:rPr lang="en-US" sz="2800" dirty="0"/>
              <a:t>This allows students to view and download their certificates for the exam and heat map is available to track their progress.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51AE0F-DAC0-07D2-FCBC-B9BF286CE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174" y="1146935"/>
            <a:ext cx="14820186" cy="713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023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A7254-EFF7-9C43-2117-3824C9F94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1AFACB55-6906-F5DA-7AA9-0670F215FB48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ED82B8-59DC-4C0C-6C4B-739B2B76A23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2932AD2-7F5F-312B-AA23-DCBBEAA06A70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8(G)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BB61746-DC2C-3F77-8278-9E3BD43D363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C3204B2-EC8E-8730-7068-B389F7A1422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1956A8E-3B2B-13E5-6890-18C99C856DD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6A61756-C9AA-883B-0016-DEBAE65FF901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3E3DA44-3E51-F945-A195-0DF930AAF1D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27A5D5C-2F07-8690-E876-8AA34B68941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07C764A2-1B25-1B91-984B-3C68C884539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265BF7A-39C5-2E8B-4C1C-80085752F33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A08EB82-342F-4AB2-5ADE-67C795B876E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D5FBE63-B5A9-28C0-7EBF-5E54C784908D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EF657BB-4131-E804-2F08-7915C91AE1B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005805B-DB1E-0550-D10B-384843E39FC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D71685BA-C45B-1316-67B8-9D30249DAB29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402042D-0487-F8A6-FCB0-F036BA0D20D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71BDB5A5-51EB-6E92-F4B4-5E1A6D0D78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6DD6F33-9D5E-F688-53B9-1103C78C6CAC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9A2DDEB-D471-C348-9A61-B6EE0B3D79B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C7BB50A3-AA6F-A36B-3648-CFAD6FE417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C41A8A3-CE5D-3ABB-1F92-E57FECB89DCF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0A2CAE76-BBA5-CF82-A863-C37318CFD70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6D23958E-5DAA-590B-740B-190681090C5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C2083B36-CFE2-698B-D1A6-760BA1F6BB07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AECF95E6-B17E-9BDC-C709-51C27814B9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142FF672-0C0C-816C-50E3-436F0FAFE7C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5CA6B68E-AEA5-66DE-90ED-C75C74397E3B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5DF4D986-404E-9D37-E0EA-1D8F3866847D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C0C80F96-3049-C894-9FDD-9A29E93E143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C2271398-0F25-DB2B-63B8-08E8802F19E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FDF7944-756D-EAF4-1AF9-DB062DF568A9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DEC1F9-A3AD-2D59-FBE6-99C15C0B4317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FC0644-9E3F-6AF1-88B5-31073687B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008" y="1572003"/>
            <a:ext cx="15372117" cy="838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801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2C4D72-F2E3-6799-8A8A-1C755E1A5502}"/>
              </a:ext>
            </a:extLst>
          </p:cNvPr>
          <p:cNvSpPr txBox="1"/>
          <p:nvPr/>
        </p:nvSpPr>
        <p:spPr>
          <a:xfrm>
            <a:off x="2468986" y="2192787"/>
            <a:ext cx="1240674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Advantages</a:t>
            </a:r>
          </a:p>
          <a:p>
            <a:r>
              <a:rPr lang="en-US" sz="2800" dirty="0"/>
              <a:t>• Automates the entire examination and evaluation process</a:t>
            </a:r>
            <a:br>
              <a:rPr lang="en-US" sz="2800" dirty="0"/>
            </a:br>
            <a:r>
              <a:rPr lang="en-US" sz="2800" dirty="0"/>
              <a:t>• Supports both MCQ and coding-based assessments</a:t>
            </a:r>
            <a:br>
              <a:rPr lang="en-US" sz="2800" dirty="0"/>
            </a:br>
            <a:r>
              <a:rPr lang="en-US" sz="2800" dirty="0"/>
              <a:t>• Provides instant result generation</a:t>
            </a:r>
            <a:br>
              <a:rPr lang="en-US" sz="2800" dirty="0"/>
            </a:br>
            <a:r>
              <a:rPr lang="en-US" sz="2800" dirty="0"/>
              <a:t>• Reduces manual work and human errors</a:t>
            </a:r>
            <a:br>
              <a:rPr lang="en-US" sz="2800" dirty="0"/>
            </a:br>
            <a:r>
              <a:rPr lang="en-US" sz="2800" dirty="0"/>
              <a:t>• Scalable system suitable for educational institutions</a:t>
            </a:r>
          </a:p>
          <a:p>
            <a:endParaRPr lang="en-US" sz="2800" dirty="0"/>
          </a:p>
          <a:p>
            <a:r>
              <a:rPr lang="en-US" sz="2800" b="1" dirty="0"/>
              <a:t>Limitations</a:t>
            </a:r>
          </a:p>
          <a:p>
            <a:r>
              <a:rPr lang="en-US" sz="2800" dirty="0"/>
              <a:t>• Requires stable internet connectivity</a:t>
            </a:r>
            <a:br>
              <a:rPr lang="en-US" sz="2800" dirty="0"/>
            </a:br>
            <a:r>
              <a:rPr lang="en-US" sz="2800" dirty="0"/>
              <a:t>• Security measures must be implemented to prevent misuse</a:t>
            </a:r>
            <a:br>
              <a:rPr lang="en-US" sz="2800" dirty="0"/>
            </a:br>
            <a:r>
              <a:rPr lang="en-US" sz="2800" dirty="0"/>
              <a:t>• System performance depends on server capacity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1132</Words>
  <Application>Microsoft Office PowerPoint</Application>
  <PresentationFormat>Custom</PresentationFormat>
  <Paragraphs>320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Cambria</vt:lpstr>
      <vt:lpstr>Gotham Bold Italics</vt:lpstr>
      <vt:lpstr>Arial</vt:lpstr>
      <vt:lpstr>Gotham</vt:lpstr>
      <vt:lpstr>Times New Roman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HARITHA DURAIBABU</dc:creator>
  <cp:lastModifiedBy>HARITHA DURAIBABU</cp:lastModifiedBy>
  <cp:revision>4</cp:revision>
  <dcterms:created xsi:type="dcterms:W3CDTF">2006-08-16T00:00:00Z</dcterms:created>
  <dcterms:modified xsi:type="dcterms:W3CDTF">2026-04-28T15:48:35Z</dcterms:modified>
  <dc:identifier>DAHCaYqJ9OU</dc:identifier>
</cp:coreProperties>
</file>